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8baf5486ea8246bc" providerId="LiveId" clId="{9C5E99DD-978C-4C4A-A019-09B946707746}"/>
    <pc:docChg chg="modSld">
      <pc:chgData name="" userId="8baf5486ea8246bc" providerId="LiveId" clId="{9C5E99DD-978C-4C4A-A019-09B946707746}" dt="2025-12-10T23:49:24.673" v="1"/>
      <pc:docMkLst>
        <pc:docMk/>
      </pc:docMkLst>
      <pc:sldChg chg="delSp modSp">
        <pc:chgData name="" userId="8baf5486ea8246bc" providerId="LiveId" clId="{9C5E99DD-978C-4C4A-A019-09B946707746}" dt="2025-12-10T23:49:24.673" v="1"/>
        <pc:sldMkLst>
          <pc:docMk/>
          <pc:sldMk cId="793255863" sldId="257"/>
        </pc:sldMkLst>
        <pc:spChg chg="del mod">
          <ac:chgData name="" userId="8baf5486ea8246bc" providerId="LiveId" clId="{9C5E99DD-978C-4C4A-A019-09B946707746}" dt="2025-12-10T23:49:24.673" v="1"/>
          <ac:spMkLst>
            <pc:docMk/>
            <pc:sldMk cId="793255863" sldId="257"/>
            <ac:spMk id="2" creationId="{97D6A8E4-EA81-4EDD-BAAC-992EF3D5CC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47B8-471B-4A47-B220-6B56546DF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41527-7499-44B4-A427-64BF62023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7346-8A70-4F33-95B0-5CD451D9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E8493-2AA5-4851-9FA7-9AA6423D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F4809-CD24-4A65-A088-78F7B060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4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64C3-1DA5-4722-8086-5EA7EEC7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7F1F3-4EC7-4E35-8DE1-286683F6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EFA9-73BC-46FD-94BE-E1133EA5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0DEB9-E49F-4EB2-B1A5-90B6DE543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115AC-3099-4F03-953A-E3D37038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76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EF2C-DCC9-42F6-B461-BB406A9D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185C9-E2C7-46EB-B0FA-8E09D7A77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BE3E1-6E01-49D4-A317-9A62A302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5DAE4-0CF6-44F5-9188-62A8BBAC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770FC-81E2-4485-B69A-B3B92F26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3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876C-AE26-4723-ABC9-AD182077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2A969-8EE2-42D1-89EA-3F3E7386B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BEE27-1F28-4A10-A7F2-D96167502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15E62-0EE1-41D5-B910-A7610D66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C1939-12C2-431F-AE21-D441F89BF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74BA-F2D3-4715-A0EE-BDC5F924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3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DB3-0405-4C1B-8DB8-323698DC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EC9ED-B021-4EDA-96C3-1BAC9FB3C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428A8-4161-454A-BF17-A9BB072D2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9CA77-5E8F-4AE7-82BF-670496273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5B3B4-5FEB-4187-BD2B-2998230DD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04187-5367-4046-B0A1-F7C6F41A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62D06-0D80-41D8-8AF0-CC29F43F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39615-748C-439F-B769-3652158F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2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288BC-FC2F-4BD8-85D5-3934D396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22051-0208-43A7-9CA4-A7AC59D06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69225-0D53-48DB-9177-436C45D6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24D4F-889D-4131-903E-2ABEA1A3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8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6DE135-628F-4029-B5A3-FAE20762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F9985-D8DB-43E5-84A3-38C50777C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BA9D8-D121-48BF-8E67-2E4E720D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5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3F5A-3761-463A-88A0-50844FC74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7791C-BFD0-45D5-A746-7C6AE586E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57D77-6DB7-4DB0-AD04-5179888E9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8B025-50F4-4A6E-97AE-E8C6B690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3577B-953A-4774-8821-CB4E4AC4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2F834-67D4-423B-9062-350893D2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3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6503-5A69-408C-9817-9C15D384D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97C10-E300-46C2-AD3B-C232F887B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6C559-1BBB-49B4-B558-0DF67F848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3A41C-E8EA-499A-9ED8-CBC097AA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D9329-BB3C-4EF6-AEB5-261B3970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46EDF-60E0-4237-A06C-EE96583B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9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C561-7C4F-4159-BD33-B727999A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24546-455A-480B-978D-083CDAB13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79B7-CB0F-4A3A-9900-14F4A2BD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B35EC-C063-4C7B-BD40-172E19CE0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346C3-4F66-44AB-AC6B-B2019F56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0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143AC-6A32-4C08-9337-54CD8A952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BC219-7822-479A-BBB0-8CBAC3020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9A0C0-C703-45AC-97B2-AFC6869B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EA239-64BB-4B84-8A5F-DB821F9E6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17C5-575F-4F2E-91BD-B696A299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5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A80F-1B40-4B27-980E-548CCD45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0B092-F3D1-4227-9E1A-6A9D5C8BB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C875-CBF3-4C21-8495-BED2969E4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0C860-567C-4BCD-83EF-9EC7EA307F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18088-E33D-4346-9F31-D8858841B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BDF50-8C0C-4E51-88A6-58BFB25F1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4362F-9520-4315-BC83-00CABE30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1AF9-9095-42C0-9B8E-BA161F991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4424"/>
            <a:ext cx="9054353" cy="1030941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Ushtrim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5EA6F-9169-4C7B-8B43-C31DDA68F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97741"/>
            <a:ext cx="9144000" cy="2770095"/>
          </a:xfrm>
        </p:spPr>
        <p:txBody>
          <a:bodyPr/>
          <a:lstStyle/>
          <a:p>
            <a:r>
              <a:rPr lang="en-US" dirty="0" err="1"/>
              <a:t>Zgjidhni</a:t>
            </a:r>
            <a:r>
              <a:rPr lang="en-US" dirty="0"/>
              <a:t> </a:t>
            </a:r>
            <a:r>
              <a:rPr lang="en-US" dirty="0" err="1"/>
              <a:t>nje</a:t>
            </a:r>
            <a:r>
              <a:rPr lang="en-US" dirty="0"/>
              <a:t> </a:t>
            </a:r>
            <a:r>
              <a:rPr lang="en-US" dirty="0" err="1"/>
              <a:t>temë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fusha</a:t>
            </a:r>
            <a:r>
              <a:rPr lang="en-US" dirty="0"/>
              <a:t> </a:t>
            </a:r>
            <a:r>
              <a:rPr lang="en-US" dirty="0" err="1"/>
              <a:t>juridike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kriminalistike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shkruani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paragraf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vetëm,duke</a:t>
            </a:r>
            <a:r>
              <a:rPr lang="en-US" dirty="0"/>
              <a:t> </a:t>
            </a:r>
            <a:r>
              <a:rPr lang="en-US" dirty="0" err="1"/>
              <a:t>filluar</a:t>
            </a:r>
            <a:r>
              <a:rPr lang="en-US" dirty="0"/>
              <a:t> me </a:t>
            </a:r>
            <a:r>
              <a:rPr lang="en-US" dirty="0" err="1"/>
              <a:t>fjaline-lokomotive</a:t>
            </a:r>
            <a:r>
              <a:rPr lang="en-US" dirty="0"/>
              <a:t> </a:t>
            </a:r>
            <a:r>
              <a:rPr lang="en-US" dirty="0" err="1"/>
              <a:t>qe</a:t>
            </a:r>
            <a:r>
              <a:rPr lang="en-US" dirty="0"/>
              <a:t> </a:t>
            </a:r>
            <a:r>
              <a:rPr lang="en-US" dirty="0" err="1"/>
              <a:t>përcakton</a:t>
            </a:r>
            <a:r>
              <a:rPr lang="en-US" dirty="0"/>
              <a:t> </a:t>
            </a:r>
            <a:r>
              <a:rPr lang="en-US" dirty="0" err="1"/>
              <a:t>qartë</a:t>
            </a:r>
            <a:r>
              <a:rPr lang="en-US" dirty="0"/>
              <a:t> </a:t>
            </a:r>
            <a:r>
              <a:rPr lang="en-US" dirty="0" err="1"/>
              <a:t>temën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fokusin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38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3917-3D38-4E7F-BA19-AFC23437C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8542"/>
            <a:ext cx="10515600" cy="5298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Analiza</a:t>
            </a:r>
            <a:r>
              <a:rPr lang="en-US" dirty="0"/>
              <a:t> e </a:t>
            </a:r>
            <a:r>
              <a:rPr lang="en-US" dirty="0" err="1"/>
              <a:t>dokumenteve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falsifikuara</a:t>
            </a:r>
            <a:r>
              <a:rPr lang="en-US" dirty="0"/>
              <a:t> ka </a:t>
            </a:r>
            <a:r>
              <a:rPr lang="en-US" dirty="0" err="1"/>
              <a:t>nje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shumë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rëndësishem</a:t>
            </a:r>
            <a:r>
              <a:rPr lang="en-US" dirty="0"/>
              <a:t> ne </a:t>
            </a:r>
            <a:r>
              <a:rPr lang="en-US" dirty="0" err="1"/>
              <a:t>hetime</a:t>
            </a:r>
            <a:r>
              <a:rPr lang="en-US" dirty="0"/>
              <a:t> </a:t>
            </a:r>
            <a:r>
              <a:rPr lang="en-US" dirty="0" err="1"/>
              <a:t>sepse</a:t>
            </a:r>
            <a:r>
              <a:rPr lang="en-US" dirty="0"/>
              <a:t> </a:t>
            </a:r>
            <a:r>
              <a:rPr lang="en-US" dirty="0" err="1"/>
              <a:t>ndihmon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zbulohet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bere</a:t>
            </a:r>
            <a:r>
              <a:rPr lang="en-US" dirty="0"/>
              <a:t> </a:t>
            </a:r>
            <a:r>
              <a:rPr lang="en-US" dirty="0" err="1"/>
              <a:t>mashtrimi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kush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ta </a:t>
            </a:r>
            <a:r>
              <a:rPr lang="en-US" dirty="0" err="1"/>
              <a:t>ketë</a:t>
            </a:r>
            <a:r>
              <a:rPr lang="en-US" dirty="0"/>
              <a:t> </a:t>
            </a:r>
            <a:r>
              <a:rPr lang="en-US" dirty="0" err="1"/>
              <a:t>kryer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Ekzaminimi</a:t>
            </a:r>
            <a:r>
              <a:rPr lang="en-US" dirty="0"/>
              <a:t> </a:t>
            </a:r>
            <a:r>
              <a:rPr lang="en-US" dirty="0" err="1"/>
              <a:t>perfshin</a:t>
            </a:r>
            <a:r>
              <a:rPr lang="en-US" dirty="0"/>
              <a:t> </a:t>
            </a:r>
            <a:r>
              <a:rPr lang="en-US" dirty="0" err="1"/>
              <a:t>kontrollin</a:t>
            </a:r>
            <a:r>
              <a:rPr lang="en-US" dirty="0"/>
              <a:t> e </a:t>
            </a:r>
            <a:r>
              <a:rPr lang="en-US" dirty="0" err="1"/>
              <a:t>bojës,letrës,nënshkrimeve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poashtu</a:t>
            </a:r>
            <a:r>
              <a:rPr lang="en-US" dirty="0"/>
              <a:t> </a:t>
            </a:r>
            <a:r>
              <a:rPr lang="en-US" dirty="0" err="1"/>
              <a:t>qdo</a:t>
            </a:r>
            <a:r>
              <a:rPr lang="en-US" dirty="0"/>
              <a:t> </a:t>
            </a:r>
            <a:r>
              <a:rPr lang="en-US" dirty="0" err="1"/>
              <a:t>shenje</a:t>
            </a:r>
            <a:r>
              <a:rPr lang="en-US" dirty="0"/>
              <a:t> </a:t>
            </a:r>
            <a:r>
              <a:rPr lang="en-US" dirty="0" err="1"/>
              <a:t>qe</a:t>
            </a:r>
            <a:r>
              <a:rPr lang="en-US" dirty="0"/>
              <a:t> </a:t>
            </a:r>
            <a:r>
              <a:rPr lang="en-US" dirty="0" err="1"/>
              <a:t>tregon</a:t>
            </a:r>
            <a:r>
              <a:rPr lang="en-US" dirty="0"/>
              <a:t> se </a:t>
            </a:r>
            <a:r>
              <a:rPr lang="en-US" dirty="0" err="1"/>
              <a:t>dokumenti</a:t>
            </a:r>
            <a:r>
              <a:rPr lang="en-US" dirty="0"/>
              <a:t> </a:t>
            </a:r>
            <a:r>
              <a:rPr lang="en-US" dirty="0" err="1"/>
              <a:t>eshte</a:t>
            </a:r>
            <a:r>
              <a:rPr lang="en-US" dirty="0"/>
              <a:t> </a:t>
            </a:r>
            <a:r>
              <a:rPr lang="en-US" dirty="0" err="1"/>
              <a:t>ndryshuar</a:t>
            </a:r>
            <a:r>
              <a:rPr lang="en-US" dirty="0"/>
              <a:t> me </a:t>
            </a:r>
            <a:r>
              <a:rPr lang="en-US" dirty="0" err="1"/>
              <a:t>qëllim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Shpesh</a:t>
            </a:r>
            <a:r>
              <a:rPr lang="en-US" dirty="0"/>
              <a:t> </a:t>
            </a:r>
            <a:r>
              <a:rPr lang="en-US" dirty="0" err="1"/>
              <a:t>përdoren</a:t>
            </a:r>
            <a:r>
              <a:rPr lang="en-US" dirty="0"/>
              <a:t> </a:t>
            </a:r>
            <a:r>
              <a:rPr lang="en-US" dirty="0" err="1"/>
              <a:t>mjete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thjeshta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lupa</a:t>
            </a:r>
            <a:r>
              <a:rPr lang="en-US" dirty="0"/>
              <a:t> por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drita</a:t>
            </a:r>
            <a:r>
              <a:rPr lang="en-US" dirty="0"/>
              <a:t> </a:t>
            </a:r>
            <a:r>
              <a:rPr lang="en-US" dirty="0" err="1"/>
              <a:t>speciale</a:t>
            </a:r>
            <a:r>
              <a:rPr lang="en-US" dirty="0"/>
              <a:t> </a:t>
            </a:r>
            <a:r>
              <a:rPr lang="en-US" dirty="0" err="1"/>
              <a:t>qe</a:t>
            </a:r>
            <a:r>
              <a:rPr lang="en-US" dirty="0"/>
              <a:t> </a:t>
            </a:r>
            <a:r>
              <a:rPr lang="en-US" dirty="0" err="1"/>
              <a:t>nxjerrin</a:t>
            </a:r>
            <a:r>
              <a:rPr lang="en-US" dirty="0"/>
              <a:t> ne </a:t>
            </a:r>
            <a:r>
              <a:rPr lang="en-US" dirty="0" err="1"/>
              <a:t>pah</a:t>
            </a:r>
            <a:r>
              <a:rPr lang="en-US" dirty="0"/>
              <a:t> </a:t>
            </a:r>
            <a:r>
              <a:rPr lang="en-US" dirty="0" err="1"/>
              <a:t>detaje</a:t>
            </a:r>
            <a:r>
              <a:rPr lang="en-US" dirty="0"/>
              <a:t> </a:t>
            </a:r>
            <a:r>
              <a:rPr lang="en-US" dirty="0" err="1"/>
              <a:t>qe</a:t>
            </a:r>
            <a:r>
              <a:rPr lang="en-US" dirty="0"/>
              <a:t>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shihen</a:t>
            </a:r>
            <a:r>
              <a:rPr lang="en-US" dirty="0"/>
              <a:t> me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lirë</a:t>
            </a:r>
            <a:r>
              <a:rPr lang="en-US" dirty="0"/>
              <a:t> .</a:t>
            </a:r>
          </a:p>
          <a:p>
            <a:pPr marL="0" indent="0">
              <a:buNone/>
            </a:pPr>
            <a:r>
              <a:rPr lang="en-US" dirty="0" err="1"/>
              <a:t>Fale</a:t>
            </a:r>
            <a:r>
              <a:rPr lang="en-US" dirty="0"/>
              <a:t> </a:t>
            </a:r>
            <a:r>
              <a:rPr lang="en-US" dirty="0" err="1"/>
              <a:t>ketij</a:t>
            </a:r>
            <a:r>
              <a:rPr lang="en-US" dirty="0"/>
              <a:t> </a:t>
            </a:r>
            <a:r>
              <a:rPr lang="en-US" dirty="0" err="1"/>
              <a:t>procesi</a:t>
            </a:r>
            <a:r>
              <a:rPr lang="en-US" dirty="0"/>
              <a:t> </a:t>
            </a:r>
            <a:r>
              <a:rPr lang="en-US" dirty="0" err="1"/>
              <a:t>behet</a:t>
            </a:r>
            <a:r>
              <a:rPr lang="en-US" dirty="0"/>
              <a:t> me e </a:t>
            </a:r>
            <a:r>
              <a:rPr lang="en-US" dirty="0" err="1"/>
              <a:t>lehtë</a:t>
            </a:r>
            <a:r>
              <a:rPr lang="en-US" dirty="0"/>
              <a:t> </a:t>
            </a:r>
            <a:r>
              <a:rPr lang="en-US" dirty="0" err="1"/>
              <a:t>zbulimi</a:t>
            </a:r>
            <a:r>
              <a:rPr lang="en-US" dirty="0"/>
              <a:t> I </a:t>
            </a:r>
            <a:r>
              <a:rPr lang="en-US" dirty="0" err="1"/>
              <a:t>manipulimeve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parandalimi</a:t>
            </a:r>
            <a:r>
              <a:rPr lang="en-US" dirty="0"/>
              <a:t> I </a:t>
            </a:r>
            <a:r>
              <a:rPr lang="en-US" dirty="0" err="1"/>
              <a:t>abuzimeve</a:t>
            </a:r>
            <a:r>
              <a:rPr lang="en-US" dirty="0"/>
              <a:t> </a:t>
            </a:r>
            <a:r>
              <a:rPr lang="en-US" dirty="0" err="1"/>
              <a:t>qe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demtojne</a:t>
            </a:r>
            <a:r>
              <a:rPr lang="en-US" dirty="0"/>
              <a:t> </a:t>
            </a:r>
            <a:r>
              <a:rPr lang="en-US" dirty="0" err="1"/>
              <a:t>njerëzit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institucionet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5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121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Ushtrim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Ushtrim</dc:title>
  <dc:creator>Sabri</dc:creator>
  <cp:lastModifiedBy>Sabri</cp:lastModifiedBy>
  <cp:revision>3</cp:revision>
  <dcterms:created xsi:type="dcterms:W3CDTF">2025-12-10T23:38:10Z</dcterms:created>
  <dcterms:modified xsi:type="dcterms:W3CDTF">2025-12-10T23:49:32Z</dcterms:modified>
</cp:coreProperties>
</file>